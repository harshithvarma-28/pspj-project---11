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oboto" charset="1" panose="02000000000000000000"/>
      <p:regular r:id="rId12"/>
    </p:embeddedFont>
    <p:embeddedFont>
      <p:font typeface="Roboto Bold" charset="1" panose="02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8925" y="0"/>
            <a:ext cx="7839075" cy="10287000"/>
          </a:xfrm>
          <a:custGeom>
            <a:avLst/>
            <a:gdLst/>
            <a:ahLst/>
            <a:cxnLst/>
            <a:rect r="r" b="b" t="t" l="l"/>
            <a:pathLst>
              <a:path h="10287000" w="7839075">
                <a:moveTo>
                  <a:pt x="0" y="0"/>
                </a:moveTo>
                <a:lnTo>
                  <a:pt x="7839075" y="0"/>
                </a:lnTo>
                <a:lnTo>
                  <a:pt x="78390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1520" y="3975721"/>
            <a:ext cx="9546336" cy="93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2"/>
              </a:lnSpc>
            </a:pPr>
            <a:r>
              <a:rPr lang="en-US" sz="7212">
                <a:solidFill>
                  <a:srgbClr val="0097B2"/>
                </a:solidFill>
                <a:latin typeface="Roboto"/>
                <a:ea typeface="Roboto"/>
                <a:cs typeface="Roboto"/>
                <a:sym typeface="Roboto"/>
              </a:rPr>
              <a:t>JAVA-BASED BANKING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4924425"/>
            <a:ext cx="2400300" cy="219075"/>
          </a:xfrm>
          <a:custGeom>
            <a:avLst/>
            <a:gdLst/>
            <a:ahLst/>
            <a:cxnLst/>
            <a:rect r="r" b="b" t="t" l="l"/>
            <a:pathLst>
              <a:path h="219075" w="2400300">
                <a:moveTo>
                  <a:pt x="0" y="0"/>
                </a:moveTo>
                <a:lnTo>
                  <a:pt x="2400300" y="0"/>
                </a:lnTo>
                <a:lnTo>
                  <a:pt x="240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2960" y="5350633"/>
            <a:ext cx="1847088" cy="38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b="true" sz="2259" spc="112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PROJECT ID: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960" y="5773341"/>
            <a:ext cx="2926080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</a:pPr>
            <a:r>
              <a:rPr lang="en-US" sz="27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KLH/SPPJ/S11/11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960" y="6516707"/>
            <a:ext cx="2962656" cy="36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b="true" sz="2203" spc="110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PROJECT MEMBERS: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8611612"/>
            <a:ext cx="877824" cy="38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b="true" sz="2259" spc="112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DATE: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2960" y="9030033"/>
            <a:ext cx="3218688" cy="45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28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September 15,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1520" y="1380380"/>
            <a:ext cx="7278624" cy="249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6"/>
              </a:lnSpc>
            </a:pPr>
            <a:r>
              <a:rPr lang="en-US" sz="1000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ATM SIMULATOR: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6961299"/>
            <a:ext cx="2852928" cy="134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</a:pPr>
            <a:r>
              <a:rPr lang="en-US" sz="27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 Bhargav Krishna</a:t>
            </a:r>
          </a:p>
          <a:p>
            <a:pPr algn="l">
              <a:lnSpc>
                <a:spcPts val="3558"/>
              </a:lnSpc>
            </a:pPr>
            <a:r>
              <a:rPr lang="en-US" sz="27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 Harshith Varma</a:t>
            </a:r>
          </a:p>
          <a:p>
            <a:pPr algn="l">
              <a:lnSpc>
                <a:spcPts val="3558"/>
              </a:lnSpc>
            </a:pPr>
            <a:r>
              <a:rPr lang="en-US" sz="27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 Aditya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10160" y="4935925"/>
            <a:ext cx="2194560" cy="103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7"/>
              </a:lnSpc>
            </a:pPr>
            <a:r>
              <a:rPr lang="en-US" sz="2182">
                <a:solidFill>
                  <a:srgbClr val="0097B2"/>
                </a:solidFill>
                <a:latin typeface="Roboto"/>
                <a:ea typeface="Roboto"/>
                <a:cs typeface="Roboto"/>
                <a:sym typeface="Roboto"/>
              </a:rPr>
              <a:t>WELCOME</a:t>
            </a:r>
          </a:p>
          <a:p>
            <a:pPr algn="ctr">
              <a:lnSpc>
                <a:spcPts val="2727"/>
              </a:lnSpc>
            </a:pPr>
            <a:r>
              <a:rPr lang="en-US" sz="2182">
                <a:solidFill>
                  <a:srgbClr val="0097B2"/>
                </a:solidFill>
                <a:latin typeface="Roboto"/>
                <a:ea typeface="Roboto"/>
                <a:cs typeface="Roboto"/>
                <a:sym typeface="Roboto"/>
              </a:rPr>
              <a:t>TO</a:t>
            </a:r>
          </a:p>
          <a:p>
            <a:pPr algn="ctr">
              <a:lnSpc>
                <a:spcPts val="2727"/>
              </a:lnSpc>
            </a:pPr>
            <a:r>
              <a:rPr lang="en-US" sz="2182">
                <a:solidFill>
                  <a:srgbClr val="0097B2"/>
                </a:solidFill>
                <a:latin typeface="Roboto"/>
                <a:ea typeface="Roboto"/>
                <a:cs typeface="Roboto"/>
                <a:sym typeface="Roboto"/>
              </a:rPr>
              <a:t>ATM SIMULATOR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73584" y="6315361"/>
            <a:ext cx="2194560" cy="22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2"/>
              </a:lnSpc>
            </a:pPr>
            <a:r>
              <a:rPr lang="en-US" sz="14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Secure. Simple. Simulated.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849225" cy="10287000"/>
          </a:xfrm>
          <a:custGeom>
            <a:avLst/>
            <a:gdLst/>
            <a:ahLst/>
            <a:cxnLst/>
            <a:rect r="r" b="b" t="t" l="l"/>
            <a:pathLst>
              <a:path h="10287000" w="12849225">
                <a:moveTo>
                  <a:pt x="0" y="0"/>
                </a:moveTo>
                <a:lnTo>
                  <a:pt x="12849225" y="0"/>
                </a:lnTo>
                <a:lnTo>
                  <a:pt x="128492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3550" y="0"/>
            <a:ext cx="8934450" cy="10287000"/>
          </a:xfrm>
          <a:custGeom>
            <a:avLst/>
            <a:gdLst/>
            <a:ahLst/>
            <a:cxnLst/>
            <a:rect r="r" b="b" t="t" l="l"/>
            <a:pathLst>
              <a:path h="10287000" w="8934450">
                <a:moveTo>
                  <a:pt x="0" y="0"/>
                </a:moveTo>
                <a:lnTo>
                  <a:pt x="8934450" y="0"/>
                </a:lnTo>
                <a:lnTo>
                  <a:pt x="8934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3232" y="851051"/>
            <a:ext cx="5596128" cy="134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3"/>
              </a:lnSpc>
            </a:pPr>
            <a:r>
              <a:rPr lang="en-US" sz="1001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3232" y="2106065"/>
            <a:ext cx="6839712" cy="134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3"/>
              </a:lnSpc>
            </a:pPr>
            <a:r>
              <a:rPr lang="en-US" sz="10013" b="true">
                <a:solidFill>
                  <a:srgbClr val="2A97B6"/>
                </a:solidFill>
                <a:latin typeface="Roboto Bold"/>
                <a:ea typeface="Roboto Bold"/>
                <a:cs typeface="Roboto Bold"/>
                <a:sym typeface="Roboto Bold"/>
              </a:rPr>
              <a:t>OVERVIEW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3429000"/>
            <a:ext cx="2400300" cy="219075"/>
          </a:xfrm>
          <a:custGeom>
            <a:avLst/>
            <a:gdLst/>
            <a:ahLst/>
            <a:cxnLst/>
            <a:rect r="r" b="b" t="t" l="l"/>
            <a:pathLst>
              <a:path h="219075" w="2400300">
                <a:moveTo>
                  <a:pt x="0" y="0"/>
                </a:moveTo>
                <a:lnTo>
                  <a:pt x="2400300" y="0"/>
                </a:lnTo>
                <a:lnTo>
                  <a:pt x="240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6384" y="3998574"/>
            <a:ext cx="7296912" cy="90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Java-based ATM Simulator that replicates core banking operations in a secure environment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6384" y="5397606"/>
            <a:ext cx="7388352" cy="90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Includes authentication, balance check, deposits, withdrawals, transaction history, and exit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6384" y="6806925"/>
            <a:ext cx="7223760" cy="90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Built to demonstrate key programming concepts through practical application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6384" y="8216244"/>
            <a:ext cx="7424928" cy="90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Provides a safe, realistic way to learn and practice banking workflows without real accounts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3232" y="963164"/>
            <a:ext cx="8887968" cy="178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5"/>
              </a:lnSpc>
            </a:pPr>
            <a:r>
              <a:rPr lang="en-US" sz="6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AUTHENTICATION AND TRANSACTION MENU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3000375"/>
            <a:ext cx="2619375" cy="219075"/>
          </a:xfrm>
          <a:custGeom>
            <a:avLst/>
            <a:gdLst/>
            <a:ahLst/>
            <a:cxnLst/>
            <a:rect r="r" b="b" t="t" l="l"/>
            <a:pathLst>
              <a:path h="219075" w="26193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3638550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0704" y="3851014"/>
            <a:ext cx="621792" cy="72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0"/>
              </a:lnSpc>
            </a:pPr>
            <a:r>
              <a:rPr lang="en-US" sz="426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32304" y="3708574"/>
            <a:ext cx="5285232" cy="100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Secure login with account number and PIN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04925" y="4714875"/>
            <a:ext cx="219075" cy="647700"/>
          </a:xfrm>
          <a:custGeom>
            <a:avLst/>
            <a:gdLst/>
            <a:ahLst/>
            <a:cxnLst/>
            <a:rect r="r" b="b" t="t" l="l"/>
            <a:pathLst>
              <a:path h="647700" w="219075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7700" y="5143500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0704" y="5394064"/>
            <a:ext cx="621792" cy="72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0"/>
              </a:lnSpc>
            </a:pPr>
            <a:r>
              <a:rPr lang="en-US" sz="426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32304" y="5211788"/>
            <a:ext cx="4005072" cy="46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Access core transactions: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32304" y="5801293"/>
            <a:ext cx="5888736" cy="105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780" b="true">
                <a:solidFill>
                  <a:srgbClr val="0085B4"/>
                </a:solidFill>
                <a:latin typeface="Roboto Bold"/>
                <a:ea typeface="Roboto Bold"/>
                <a:cs typeface="Roboto Bold"/>
                <a:sym typeface="Roboto Bold"/>
              </a:rPr>
              <a:t>balance, deposit, withdraw, recent transactions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04925" y="6210300"/>
            <a:ext cx="219075" cy="1076325"/>
          </a:xfrm>
          <a:custGeom>
            <a:avLst/>
            <a:gdLst/>
            <a:ahLst/>
            <a:cxnLst/>
            <a:rect r="r" b="b" t="t" l="l"/>
            <a:pathLst>
              <a:path h="1076325" w="219075">
                <a:moveTo>
                  <a:pt x="0" y="0"/>
                </a:moveTo>
                <a:lnTo>
                  <a:pt x="219075" y="0"/>
                </a:lnTo>
                <a:lnTo>
                  <a:pt x="2190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7700" y="7067550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60704" y="7194289"/>
            <a:ext cx="621792" cy="72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0"/>
              </a:lnSpc>
            </a:pPr>
            <a:r>
              <a:rPr lang="en-US" sz="426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32304" y="7154719"/>
            <a:ext cx="5797296" cy="100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Built-in validation to ensure accurate and authorized actions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04925" y="7924800"/>
            <a:ext cx="219075" cy="866775"/>
          </a:xfrm>
          <a:custGeom>
            <a:avLst/>
            <a:gdLst/>
            <a:ahLst/>
            <a:cxnLst/>
            <a:rect r="r" b="b" t="t" l="l"/>
            <a:pathLst>
              <a:path h="866775" w="219075">
                <a:moveTo>
                  <a:pt x="0" y="0"/>
                </a:moveTo>
                <a:lnTo>
                  <a:pt x="219075" y="0"/>
                </a:lnTo>
                <a:lnTo>
                  <a:pt x="2190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7700" y="8572500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60704" y="8696191"/>
            <a:ext cx="621792" cy="72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0"/>
              </a:lnSpc>
            </a:pPr>
            <a:r>
              <a:rPr lang="en-US" sz="426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32304" y="8759410"/>
            <a:ext cx="3950208" cy="4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28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Exit cleanly and securely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353550" y="0"/>
            <a:ext cx="8934450" cy="10287000"/>
          </a:xfrm>
          <a:custGeom>
            <a:avLst/>
            <a:gdLst/>
            <a:ahLst/>
            <a:cxnLst/>
            <a:rect r="r" b="b" t="t" l="l"/>
            <a:pathLst>
              <a:path h="10287000" w="8934450">
                <a:moveTo>
                  <a:pt x="0" y="0"/>
                </a:moveTo>
                <a:lnTo>
                  <a:pt x="8934450" y="0"/>
                </a:lnTo>
                <a:lnTo>
                  <a:pt x="8934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3550" y="0"/>
            <a:ext cx="8934450" cy="10287000"/>
          </a:xfrm>
          <a:custGeom>
            <a:avLst/>
            <a:gdLst/>
            <a:ahLst/>
            <a:cxnLst/>
            <a:rect r="r" b="b" t="t" l="l"/>
            <a:pathLst>
              <a:path h="10287000" w="8934450">
                <a:moveTo>
                  <a:pt x="0" y="0"/>
                </a:moveTo>
                <a:lnTo>
                  <a:pt x="8934450" y="0"/>
                </a:lnTo>
                <a:lnTo>
                  <a:pt x="8934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1520" y="918591"/>
            <a:ext cx="976579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9"/>
              </a:lnSpc>
            </a:pPr>
            <a:r>
              <a:rPr lang="en-US" sz="717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CORE PROGRAMMING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1948434"/>
            <a:ext cx="521208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7"/>
              </a:lnSpc>
            </a:pPr>
            <a:r>
              <a:rPr lang="en-US" sz="7473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CONCEPTS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6384" y="3056977"/>
            <a:ext cx="4517136" cy="71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0"/>
              </a:lnSpc>
            </a:pPr>
            <a:r>
              <a:rPr lang="en-US" sz="41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DEMONSTRATED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3857625"/>
            <a:ext cx="2619375" cy="428625"/>
          </a:xfrm>
          <a:custGeom>
            <a:avLst/>
            <a:gdLst/>
            <a:ahLst/>
            <a:cxnLst/>
            <a:rect r="r" b="b" t="t" l="l"/>
            <a:pathLst>
              <a:path h="428625" w="2619375">
                <a:moveTo>
                  <a:pt x="0" y="0"/>
                </a:moveTo>
                <a:lnTo>
                  <a:pt x="2619375" y="0"/>
                </a:lnTo>
                <a:lnTo>
                  <a:pt x="2619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6384" y="4853363"/>
            <a:ext cx="7699248" cy="482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2744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Object-oriented design </a:t>
            </a:r>
            <a:r>
              <a:rPr lang="en-US" sz="27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 real-world entities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6384" y="5741599"/>
            <a:ext cx="7845552" cy="46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9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Conditional logic </a:t>
            </a:r>
            <a:r>
              <a:rPr lang="en-US" sz="270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controls access and transactions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6384" y="6602599"/>
            <a:ext cx="6071616" cy="48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Loops </a:t>
            </a:r>
            <a:r>
              <a:rPr lang="en-US" sz="27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keep the menu running until exit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6384" y="7482965"/>
            <a:ext cx="7790688" cy="490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Input validation </a:t>
            </a: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ensures secure, accurate entries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6384" y="8398508"/>
            <a:ext cx="7863840" cy="490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Data management </a:t>
            </a: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updates balances and history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15700" y="0"/>
            <a:ext cx="6972300" cy="10287000"/>
          </a:xfrm>
          <a:custGeom>
            <a:avLst/>
            <a:gdLst/>
            <a:ahLst/>
            <a:cxnLst/>
            <a:rect r="r" b="b" t="t" l="l"/>
            <a:pathLst>
              <a:path h="10287000" w="6972300">
                <a:moveTo>
                  <a:pt x="0" y="0"/>
                </a:moveTo>
                <a:lnTo>
                  <a:pt x="6972300" y="0"/>
                </a:lnTo>
                <a:lnTo>
                  <a:pt x="6972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700" y="3857625"/>
            <a:ext cx="2190750" cy="219075"/>
          </a:xfrm>
          <a:custGeom>
            <a:avLst/>
            <a:gdLst/>
            <a:ahLst/>
            <a:cxnLst/>
            <a:rect r="r" b="b" t="t" l="l"/>
            <a:pathLst>
              <a:path h="219075" w="2190750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4286250"/>
            <a:ext cx="5019675" cy="5572125"/>
          </a:xfrm>
          <a:custGeom>
            <a:avLst/>
            <a:gdLst/>
            <a:ahLst/>
            <a:cxnLst/>
            <a:rect r="r" b="b" t="t" l="l"/>
            <a:pathLst>
              <a:path h="5572125" w="5019675">
                <a:moveTo>
                  <a:pt x="0" y="0"/>
                </a:moveTo>
                <a:lnTo>
                  <a:pt x="5019675" y="0"/>
                </a:lnTo>
                <a:lnTo>
                  <a:pt x="5019675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6464" y="4666178"/>
            <a:ext cx="3346704" cy="31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9"/>
              </a:lnSpc>
            </a:pPr>
            <a:r>
              <a:rPr lang="en-US" b="true" sz="225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SIMULATED EXPERIENCE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0160" y="5392948"/>
            <a:ext cx="3767328" cy="71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Safe practice of ATM operations without any risk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160" y="6380500"/>
            <a:ext cx="3566160" cy="71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Understand the programming logic and banking workflows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0160" y="7331095"/>
            <a:ext cx="3803904" cy="108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Easily extend with new features like multi-account support or persistent storage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0160" y="8664214"/>
            <a:ext cx="3657600" cy="71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Ideal tool for learning</a:t>
            </a:r>
          </a:p>
          <a:p>
            <a:pPr algn="l">
              <a:lnSpc>
                <a:spcPts val="2907"/>
              </a:lnSpc>
            </a:pPr>
            <a:r>
              <a:rPr lang="en-US" sz="20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Java application development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438775" y="4714875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43700" y="4286250"/>
            <a:ext cx="4143375" cy="5572125"/>
          </a:xfrm>
          <a:custGeom>
            <a:avLst/>
            <a:gdLst/>
            <a:ahLst/>
            <a:cxnLst/>
            <a:rect r="r" b="b" t="t" l="l"/>
            <a:pathLst>
              <a:path h="5572125" w="4143375">
                <a:moveTo>
                  <a:pt x="0" y="0"/>
                </a:moveTo>
                <a:lnTo>
                  <a:pt x="4143375" y="0"/>
                </a:lnTo>
                <a:lnTo>
                  <a:pt x="4143375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607808" y="4666178"/>
            <a:ext cx="2450592" cy="31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9"/>
              </a:lnSpc>
            </a:pPr>
            <a:r>
              <a:rPr lang="en-US" b="true" sz="225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REAL EXPERIENCE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23760" y="5392948"/>
            <a:ext cx="2633472" cy="71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Risk of financial errors and data exposure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23760" y="6380500"/>
            <a:ext cx="2468880" cy="71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Limited visibility into backend processes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23760" y="7429774"/>
            <a:ext cx="2907792" cy="71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Changes require access to live systems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23760" y="8551057"/>
            <a:ext cx="3291840" cy="71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Higher cost and complexity for testing and learning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305550" y="471487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04672" y="779121"/>
            <a:ext cx="6967728" cy="29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1"/>
              </a:lnSpc>
            </a:pPr>
            <a:r>
              <a:rPr lang="en-US" sz="77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BENEFITS AND </a:t>
            </a:r>
            <a:r>
              <a:rPr lang="en-US" sz="7771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PRACTICAL APPLICATIONS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33872" y="4685776"/>
            <a:ext cx="566928" cy="47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b="true" sz="3506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8000" y="0"/>
            <a:ext cx="6972300" cy="10077450"/>
          </a:xfrm>
          <a:custGeom>
            <a:avLst/>
            <a:gdLst/>
            <a:ahLst/>
            <a:cxnLst/>
            <a:rect r="r" b="b" t="t" l="l"/>
            <a:pathLst>
              <a:path h="10077450" w="6972300">
                <a:moveTo>
                  <a:pt x="0" y="0"/>
                </a:moveTo>
                <a:lnTo>
                  <a:pt x="6972300" y="0"/>
                </a:lnTo>
                <a:lnTo>
                  <a:pt x="6972300" y="10077450"/>
                </a:lnTo>
                <a:lnTo>
                  <a:pt x="0" y="10077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6384" y="1807449"/>
            <a:ext cx="7059168" cy="133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76"/>
              </a:lnSpc>
            </a:pPr>
            <a:r>
              <a:rPr lang="en-US" sz="997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6384" y="3086670"/>
            <a:ext cx="9418320" cy="128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70"/>
              </a:lnSpc>
            </a:pPr>
            <a:r>
              <a:rPr lang="en-US" sz="9570" b="true">
                <a:solidFill>
                  <a:srgbClr val="007CB2"/>
                </a:solidFill>
                <a:latin typeface="Roboto Bold"/>
                <a:ea typeface="Roboto Bold"/>
                <a:cs typeface="Roboto Bold"/>
                <a:sym typeface="Roboto Bold"/>
              </a:rPr>
              <a:t>AND QUESTIONS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4495800"/>
            <a:ext cx="2619375" cy="219075"/>
          </a:xfrm>
          <a:custGeom>
            <a:avLst/>
            <a:gdLst/>
            <a:ahLst/>
            <a:cxnLst/>
            <a:rect r="r" b="b" t="t" l="l"/>
            <a:pathLst>
              <a:path h="219075" w="26193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4672" y="5230631"/>
            <a:ext cx="6784848" cy="1189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5"/>
              </a:lnSpc>
            </a:pPr>
            <a:r>
              <a:rPr lang="en-US" sz="34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thank you for your attention</a:t>
            </a:r>
          </a:p>
          <a:p>
            <a:pPr algn="l">
              <a:lnSpc>
                <a:spcPts val="4775"/>
              </a:lnSpc>
            </a:pPr>
            <a:r>
              <a:rPr lang="en-US" sz="34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questions and discussion welcome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4672" y="7073347"/>
            <a:ext cx="6272784" cy="120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9"/>
              </a:lnSpc>
            </a:pPr>
            <a:r>
              <a:rPr lang="en-US" sz="345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 appreciate your engagement</a:t>
            </a:r>
          </a:p>
          <a:p>
            <a:pPr algn="l">
              <a:lnSpc>
                <a:spcPts val="4839"/>
              </a:lnSpc>
            </a:pPr>
            <a:r>
              <a:rPr lang="en-US" sz="345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let's </a:t>
            </a:r>
            <a:r>
              <a:rPr lang="en-US" sz="3456">
                <a:solidFill>
                  <a:srgbClr val="007CB2"/>
                </a:solidFill>
                <a:latin typeface="Roboto"/>
                <a:ea typeface="Roboto"/>
                <a:cs typeface="Roboto"/>
                <a:sym typeface="Roboto"/>
              </a:rPr>
              <a:t>continue</a:t>
            </a:r>
            <a:r>
              <a:rPr lang="en-US" sz="345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3456">
                <a:solidFill>
                  <a:srgbClr val="007CB2"/>
                </a:solidFill>
                <a:latin typeface="Roboto"/>
                <a:ea typeface="Roboto"/>
                <a:cs typeface="Roboto"/>
                <a:sym typeface="Roboto"/>
              </a:rPr>
              <a:t>conversation</a:t>
            </a:r>
          </a:p>
        </p:txBody>
      </p:sp>
      <p:sp>
        <p:nvSpPr>
          <p:cNvPr name="TextBox 9" id="9"/>
          <p:cNvSpPr txBox="true"/>
          <p:nvPr/>
        </p:nvSpPr>
        <p:spPr>
          <a:xfrm rot="-108000">
            <a:off x="12333807" y="2021118"/>
            <a:ext cx="4407408" cy="5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b="true" sz="429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ATM SIMULATOR</a:t>
            </a:r>
          </a:p>
        </p:txBody>
      </p:sp>
      <p:sp>
        <p:nvSpPr>
          <p:cNvPr name="TextBox 10" id="10"/>
          <p:cNvSpPr txBox="true"/>
          <p:nvPr/>
        </p:nvSpPr>
        <p:spPr>
          <a:xfrm rot="108000">
            <a:off x="13295482" y="4263895"/>
            <a:ext cx="1700784" cy="33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b="true" sz="240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108000">
            <a:off x="12803204" y="5344861"/>
            <a:ext cx="234086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</a:pPr>
            <a:r>
              <a:rPr lang="en-US" b="true" sz="169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QUESTIONS AND DISCUSSION WELCOME</a:t>
            </a:r>
          </a:p>
        </p:txBody>
      </p:sp>
      <p:sp>
        <p:nvSpPr>
          <p:cNvPr name="TextBox 12" id="12"/>
          <p:cNvSpPr txBox="true"/>
          <p:nvPr/>
        </p:nvSpPr>
        <p:spPr>
          <a:xfrm rot="108000">
            <a:off x="13460054" y="4715883"/>
            <a:ext cx="1280160" cy="23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0"/>
              </a:lnSpc>
            </a:pPr>
            <a:r>
              <a:rPr lang="en-US" sz="17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 your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DAHVKsRgpAI</dc:identifier>
  <dcterms:modified xsi:type="dcterms:W3CDTF">2011-08-01T06:04:30Z</dcterms:modified>
  <cp:revision>1</cp:revision>
</cp:coreProperties>
</file>